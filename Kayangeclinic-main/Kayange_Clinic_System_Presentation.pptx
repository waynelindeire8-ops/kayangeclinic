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560320"/>
            <a:ext cx="12191695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Kayange Clinic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CC3E3"/>
                </a:solidFill>
              </a:rPr>
              <a:t>Comprehensive Healthcare Information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EA8CC"/>
                </a:solidFill>
              </a:rPr>
              <a:t>Blantyre, Malawi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System Overview &amp; 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Web-based clinic management system for Kayange Clinic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Built with Python/Flask, Bootstrap 5, SQLite, JavaScript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Deployed on Vercel for global accessibility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22 integrated modules covering all clinic operations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Role-based access with 11 user roles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Offline-capable with SQLite, backed up to Supabase Cloud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Malawi-specific: MWK currency, Africa/Blantyre timezone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Audit logging for all system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188720"/>
            <a:ext cx="512064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Backend:  Python 3.11, Flask 3.0, Flask-JWT-Extended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Frontend:  Bootstrap 5, jQuery, DataTables, Select2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Charts:  Chart.js for analytics &amp;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Database:  SQLite (local) + Supabase PostgreSQL (cloud)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Auth:  JWT tokens with cookie &amp; header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File Uploads:  Patient document scans (PDF, images)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Calendar:  FullCalendar.io for 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Deployment:  Vercel serverless (Python runtime)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User Roles &amp; Access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Admin (100)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Full system access, user management,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432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Doctor (80)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83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Consultations, prescriptions, lab/radiology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274320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Locum Doctor (70)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77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Same as doctor (temporary/locum)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274320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Nurse (60)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71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Patient vitals, basic consultation 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7432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Lab Supervisor (55)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66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Lab management, radiology, lab 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27432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Lab Staff / Tech (50)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Lab order processing, results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274320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Lab Care (45)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754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Lab patient care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274320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Front Desk (40)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349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Appointments, billing, patients, insurance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2743200" cy="50292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File Manager (30)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943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Patient file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1. Patient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Patient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Register patients with auto-generated KMC-XXXX IDs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Full demographics: name, DOB, gender, phone, email, address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Emergency contact information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Blood group and medical history tracking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Allergies and current medications recording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Insurance scheme assignment with policy numbers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Edit and update patient details at any time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Search and filter patient list with DataTables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Import &amp;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Bulk import patients from Excel (.xlsx) files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Smart column mapping with 13 aliases per field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Auto-detects DD/MM/YYYY and YYYY-MM-DD dates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Upload scanned physical files to patient profiles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Supported: PDF, JPEG, PNG, GIF, WEBP (max 50MB)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Download or delete documents from patient record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Add notes to each document (e.g., 'Old file page 1-5')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All uploads audited with user and timestamp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2. Appointments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Phone, online, or walk-in appointment types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Calendar view with FullCalendar.io integration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Quick-add walk-in appointments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Status workflow: scheduled -&gt; confirmed -&gt; in_progress -&gt; completed/cancelled/no_show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Assign doctors to appointments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View today's appointments with auto-refresh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Notify doctors on new appointment assignment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Search appointments by patient or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Walk-in Queue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Register walk-in patients instantly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Real-time queue display with wait times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 tracking: waiting -&gt; in_progress -&gt; completed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Auto-refresh every 30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49039"/>
            <a:ext cx="5303520" cy="2743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Appointment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389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Daily, weekly, or monthly calendar views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Color-coded appointment statuses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Click appointment to view/edit details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Dashboard shows today's appointment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3. Clinical Consultations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Vital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88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BP, heart rate, temperature, O2 saturation, weight, height, BMI auto-calculation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28600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Examinations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Physical exam findings organized by body system (General, CVS, CNS, Respiratory, Abdomen,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28600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Diagnoses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004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Primary, secondary, and complication diagnoses with ICD code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28600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2062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In-consultation prescribing linked to pharmacy inventory and scheme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80"/>
            <a:ext cx="2286000" cy="8229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Ancillary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212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Order lab tests, procedures, certificates, referrals (auto-bills call-out fee), diet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</a:rPr>
              <a:t>Note: Consultation form includes separate sections for each body system, medication history, diagnosis codes, and prescriptions - all in one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4. Laboratory Module (LIS)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80+ pre-seeded lab tests organized into 12 categories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Categories: Haematology, Parasitology, Microbiology, Chemistry, Lipogram, U&amp;E, Cardiac, Serology, Tumour Markers, Endocrinology, Fertility &amp; Steroids, Radiology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Order lab tests with barcode generation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Result entry with reference ranges and auto-flagging (NORMAL / HIGH / LOW)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 workflow: ordered -&gt; collected -&gt; in_progress -&gt; completed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Separate lab invoicing system (LAB-XXXX format)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Lab dashboard with pending/in-progress/completed counts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Support for 4 lab-based roles (supervisor, staff, tech, care)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Lab Test Catalog (Sample)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FBC (Full Blood Count)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30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Malaria RDT / Blood Film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32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HIV, Hepatitis B/C Serology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340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Lipid Profile (Cholesterol, TG, HDL, LDL)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35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Urea &amp; Electrolytes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Cardiac Troponin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393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Liver Function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410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Thyroid Function (TSH, T3, T4)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42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Tumour Markers (PSA, CA-125, AFP)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445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OGTT (Oral Glucose Tolerance 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46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Urinalysis / Stool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148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8"/>
                </a:solidFill>
              </a:rPr>
              <a:t>•  Blood Group &amp; Crossmatch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5. Radiology /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9 imaging modalities supported: X-ray, Ultrasound, CT, MRI, ECG, Echo, Mammogram, Fluoroscopy, Other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Order radiology exams with priority levels (Routine / Urgent / STAT)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Result entry: findings, impression, recommendation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Barcode generation for sample/slide tracking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Refer-out to external facilities with auto-billing of MWK 20,000 call-out fee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Radiology dashboard with pending/completed counts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Notifications to lab staff on new orders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Specimen collection tracking (date + collector)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1. Doctor orders radiology 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30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2. Lab staff receives notification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323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3. Order status: ordered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340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4. Sample collected (if applicable)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35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5. Results entered by radiologist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6. Report reviewed and finalized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393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7. Doctor views results in patient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410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42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Priority Levels: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445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  •  Routine - standard turnaround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46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  •  Urgent - expedited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148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  •  STAT - immediate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6. Pharmacy &amp; Drug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Drug inventory management with stock tracking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Add, edit, and adjust stock quantities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Low-stock alerts and filtering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Dispensing with automatic stock deduction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Insurance scheme pricing per drug per provider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Auto-lookup of scheme price based on patient's insurance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Dispensing history per patient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Expiry date tracking and reporting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Dispensing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Select patient -&gt; auto-loads scheme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Select drug -&gt; auto-checks stock &amp; scheme price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Enter quantity -&gt; auto-calculates total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Confirm -&gt; stock deducted, record saved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49039"/>
            <a:ext cx="5303520" cy="246888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Insurance Scheme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Configure different prices per drug per provider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Auto-applies correct price at dispensing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Works with all 17+ insurance providers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Falls back to standard price if no scheme price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7. Billing &amp; Invoicing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Auto-generated invoice numbers (INV-XXXX format)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Line items for: consultation, lab, procedure, pharmacy, certificate, packages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Record partial or full payments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Balance tracking and overdue detection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Unbilled services discovery (find services not yet invoiced)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Service packages: Annual Checkup, Maternity, Diabetes, Executive Wellness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Separate lab invoicing (LAB-XXXX format)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Payment methods: Cash, Card, Insurance, Mobile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Invoice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Printable invoice view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Payment status: Paid, Partial, Unpaid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Track payments with date and method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Filter invoices by status and date range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Patient billing history in one view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Dashboard shows today's revenue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Revenue trend charts (7-day, 30-day)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Insurance-claimable service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8. Insurance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17+ pre-seeded insurance providers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Manage providers: add, edit, activate/deactivate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Patient policy registration with policy numbers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Eligibility checking with date validation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Status: Active / Expired / Not Yet Effective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Full claims lifecycle: Draft -&gt; Submitted -&gt; In Review -&gt; Additional Info -&gt; Approved/Partially Approved/Denied -&gt; Appealed -&gt; Paid/Cancelled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Claim items with amounts and supporting documents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 history audit trail per claim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Authorization rules: require pre-authorization for specific items per provider (e.g., MedHealth requires auth for drips/IV fluids)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Financial statistics: total billed, paid, pending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1031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Pre-Seeded Providers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NHIMA, First Capital Health Insurance, AXA Insurance Malawi, Old Mutual Insurance, Jubilee Insurance Malawi, NICO Insurance, RESMAID, MedHealth, COMAID, ESCOM, MRA, NABMAS, MASM Exe, MASM VIP, MASM VVIP, Companies, PVT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9. Prescriptions &amp; Telemedicine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Prescription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Order-based system with multiple prescription items per order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 management: Active, Completed, Cancelled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Refill tracking with refill count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Print-friendly prescription view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Linked to pharmacy inventory for drug selection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Medicine brand name, dosage, frequency, duration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Insurance authorization check during prescribing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Telemedicine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Video, audio, and chat session types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Secure patient and doctor access tokens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Waiting room before session start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In-session real-time messaging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E-prescriptions issued from sessions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Payment processing with refund support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Session duration tracking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Status: scheduled -&gt; waiting -&gt; in_progress -&gt; completed/cancelled/no_show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10. Short-Stay Unit &amp; Certificates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Short-Stay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4 beds + 3 drip stations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Resource status: Available, Occupied, Reserved, Cleaning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Admit/discharge with automatic status updates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ECG recording during admissions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Occupancy dashboard with real-time status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Admission history per patient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Auto-update bed/drip availability on discharge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Medical Certificates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6 certificate types: Sick Note, TEP, Insurance, Police, Yellow Book, Foreign Stamp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Statistics dashboard (total, by type, monthly)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Attach to patient consultations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Print-ready certificate format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Audit trail for all issued certificates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11. Dashboard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Dashboard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Total patient count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Today's appointments and revenue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Low-stock pharmacy items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Staff count by role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7-day revenue trend chart (Chart.js)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Today's queue with wait times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Quick-add walk-in appointments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Global patient search from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Reports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Revenue reports with date range filtering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Patient demographics (gender, insurance coverage)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Appointment statistics by status and type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Inventory report (total value, expiry tracking)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Consultation and procedure statistics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Audit logs with pagination and user filtering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Patient list with search and filters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All reports exportable/printable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12. Administration &amp; 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Create/edit/delete users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Assign roles (11 levels)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Enable/disable accounts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Reset passwords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Role hierarchy display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Staff counts by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576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System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Clinic name and address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Phone and email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Timezone (Africa/Blantyre)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Date format (DD/MM/YYYY)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Currency (MWK)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Low-stock threshold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Appointment slot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657600" cy="530352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Other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Departments CRUD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Suppliers directory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Doctor management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Internal messaging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Notifications system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Audit log viewer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E2938"/>
                </a:solidFill>
              </a:rPr>
              <a:t>•  Supabase cloud backup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13. Cloud Backup &amp;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Bidirectional sync between local SQLite and Supabase PostgreSQL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Sync all tables or select individual tables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Initialize Supabase tables with automatic SQL conversion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Restore from cloud to local if needed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Auto-handles: AUTOINCREMENT -&gt; SERIAL, INTEGER -&gt; BIGINT, REAL -&gt; DOUBLE PRECISION, BLOB -&gt; BYTEA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Strips foreign key constraints for Supabase compatibility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Reconnects automatically on connection errors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Admin-only access at /backup page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Sync logging for troubleshooting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2938"/>
                </a:solidFill>
              </a:rPr>
              <a:t>•  Supports all 40+ database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Backup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One-click sync all tables to cloud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Sync individual tables (per-table granularity)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Initialize/update Supabase table schemas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Restore all data from cloud to local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Restore individual tables from cloud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Status monitoring for each operation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2938"/>
                </a:solidFill>
              </a:rPr>
              <a:t>•  Works with Supabase connection pooler on AWS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Getting Started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Access the system via your clinic URL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Login with your username and password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Default admin: admin / admin123 (change immediately)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Navigation: Use the sidebar menu (collapsible)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Dashboard: View key metrics at a glance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Global search: Find patients from any page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Notifications: Bell icon shows unread alerts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Profile: Update your details via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Quick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Use the sidebar to navigate between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76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Patient search works across all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237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DataTables supports sorting, search, and pagination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Forms auto-save; use Save button to confirm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18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Use Excel Import for bulk patient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Insurance auto-links to scheme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913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Dashboard auto-refreshes every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611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All actions are audited for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085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Visit /backup regularly to sync to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56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8"/>
                </a:solidFill>
              </a:rPr>
              <a:t>•  Use Ctrl+Shift+R to force-refresh if UI appears outdated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Login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Secure login with JWT token authentication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Tokens valid for 10 hours (1 working day)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Automatic redirect to login on session expiry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Role-based access control (11 roles)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See your role's permissions in the sidebar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API routes return JSON 401 on auth failure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Page routes redirect to login page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Password can be changed in user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Login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1. Open your clinic system URL in a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762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2. Enter your username and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237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3. Click 'Login' to access the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4. Use the sidebar menu to navigate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18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8"/>
                </a:solidFill>
              </a:rPr>
              <a:t>5. Logout when finished (top-right menu)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User Manual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Full user manual available within the system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Navigate to /help or click 'Help' in the sidebar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Manual covers all modules with step-by-step guides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Screenshots and examples for each feature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Keyboard shortcuts and navigation tips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Role-specific guides for different user types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Troubleshooting common issues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E2938"/>
                </a:solidFill>
              </a:rPr>
              <a:t>•  FAQ for frequently asked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DB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Need Help?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System Administrator: Contact your clinic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Developer: Wayne Lindeire (waynelindeire8@gmail.com)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Vercel Deployment: Push to git to redeploy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Database Backup: Visit /backup regularly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>Bug Reports: Via clinic admin or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8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Common Shortcuts: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5F"/>
                </a:solidFill>
              </a:rPr>
              <a:t>  - Ctrl+Shift+R: Force refresh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5F"/>
                </a:solidFill>
              </a:rPr>
              <a:t>  - F12: Open browser developer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09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5F"/>
                </a:solidFill>
              </a:rPr>
              <a:t>  - Use search on any DataTable for filtering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CC3E3"/>
                </a:solidFill>
              </a:rPr>
              <a:t>Kayange Clinic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EA8CC"/>
                </a:solidFill>
              </a:rPr>
              <a:t>Improving Healthcare Through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Blantyre, Malawi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